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PS4vsXboxSalesandScore/Story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4627B41A-7BFF-4EDB-B457-D7CA3D3C9B00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PS4 vs Xbox Sales and Score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FB089DB0-E843-47A7-A1EF-0AD72B1A24D7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4/22/2026 8:08:06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1" id="2" name="slide2">
            <a:extLst>
              <a:ext uri="{FF2B5EF4-FFF2-40B4-BE49-F238E27FC236}">
                <a16:creationId xmlns:a16="http://schemas.microsoft.com/office/drawing/2014/main" id="{7166A65D-4B08-4801-969A-608C8556AD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79" y="0"/>
            <a:ext cx="72282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2026-04-22T20:08:06Z</dcterms:created>
  <dcterms:modified xsi:type="dcterms:W3CDTF">2026-04-22T20:08:06Z</dcterms:modified>
</cp:coreProperties>
</file>